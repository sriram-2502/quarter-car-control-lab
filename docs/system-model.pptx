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FFFFFF"/>
    <a:srgbClr val="7F7F7F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9F48-8E27-335A-39B7-FF97810AE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C948A-FA5B-7192-5C55-E59747230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1CA64-BB07-7D5D-FBB4-3544D3815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2260-F701-67F1-CC15-2C8430D2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E0008-8AA1-4F79-4F03-A74EAE77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39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2F9A-FA12-B0AB-C23D-D6D7EE42A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DD26-442C-48C7-981A-B74BB5728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D463-74E6-F981-F3D3-58A7D2CAA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5A579-06D4-345B-5EBC-965A17AB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B7492-EB9D-3139-7F15-C35749AF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9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FBD84-F41C-B3BC-A1D2-784DF9E6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06877-B43F-86C2-C229-9A4E63E1F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62854-060C-85AF-2A7B-294D4C19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A7C2F-AC0F-15A3-9E1F-417F1F2F3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31ECA-34CA-AE7D-7C64-BF20F4C9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96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7ABA-EAD0-F9A6-E519-85EA3149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BA10E-9150-3FFC-E2A8-9F42980FA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FA1A3-F0CC-931B-F7B4-E95527ED6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6BD65-C6B3-48FA-1FBB-42B86E1B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A8900-A066-0110-1140-EB5B853A3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59DE5-5BEA-1B5B-5EB1-EC82FC94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9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E4BC-4B02-1ACA-73C2-25ED8360A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ED9BD-F8D4-6EA7-E0AF-AE2734F03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40D17-942B-F377-0BF4-D99AB0414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E3732-E676-6474-FC7C-28E93913B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2D138-6C96-0750-9646-9FEA8ECC0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79A295-D17E-403E-A055-ACDBD1CF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86F2B3-CA92-E94A-84D0-2AC73644B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B8E8BC-F4B9-ECC1-F1EC-79BA73055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6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4B65-C8BF-B62B-3D10-B33FEDE9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73A2B-333E-08CB-2D68-BDDF4762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B855C-BBCF-F0F1-5D6B-CD389BC91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FE962-71C3-99B0-860D-9FF07E32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4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CAB95-975E-DAE6-1DBE-38E2CB63B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2D6C1-169C-DB00-C5C5-1CCF6064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AA297-0463-68A9-9F2F-C62E20E8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1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C78E-F311-CA09-263F-AD3731D54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EF31D-DFDB-483F-58CA-BC6BB5490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14465-2202-2068-7C3E-D1C08C213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7A680-2E6D-D87B-41BD-0E6309A5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AD8AA-B9BE-AA2A-CCB0-CC23408C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36D5D-1909-2CFB-06E4-EC68D286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3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A5C6-882A-8EF0-1573-D6ABE529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FD6695-A9EF-DFE6-E191-9F20920BF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6647C-D93B-A2F1-221E-4644859AA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EFDD5-2A39-561B-2291-5411C6434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2D342-E927-6F54-DB31-278871E5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0C522-B60D-A6DE-97BF-638B15ED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9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F07D-98A9-693D-D2A2-76EFBAFC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B9166-30C1-0605-B95B-7DA5D83DD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87F4C-6C6C-0DCC-EA1D-863F8FAA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6AAD3-9CB7-0822-918F-B4EC56CC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B041E-0520-320B-2EE4-CFB3D4CFB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22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0CB8E-1488-B510-54F3-CAFB9B4AD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0AB27-0C9D-81F8-EDC9-27AF63367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388E4-2742-8D0E-757D-89BBBE0F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A331E-569F-9861-CDA3-AD7DA352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E80B2-2704-C187-909D-E8B90ECA2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2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F8F89-86DE-3FCC-DCEF-D82CF925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DCE59-E932-352A-658A-88F3BDF4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C4FEC-4458-7F89-EAD8-D0408E588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AB0C3D-F82D-4B9F-AD08-17E1CBA51DA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6C6AC-B7FD-3E53-4365-5E6F83F6F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C6B00-D14D-7266-9B8C-25F8BA3FE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1B0252-83FB-4E2D-B3A6-6F187E1A3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16C10C48-4C0B-A429-76FA-86A34FBDA5FD}"/>
              </a:ext>
            </a:extLst>
          </p:cNvPr>
          <p:cNvGrpSpPr/>
          <p:nvPr/>
        </p:nvGrpSpPr>
        <p:grpSpPr>
          <a:xfrm>
            <a:off x="11677566" y="5395870"/>
            <a:ext cx="73109" cy="785740"/>
            <a:chOff x="4517941" y="3300370"/>
            <a:chExt cx="73109" cy="78574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0B9FFC-8F24-C8B1-130D-D1B2E9C0B48C}"/>
                </a:ext>
              </a:extLst>
            </p:cNvPr>
            <p:cNvCxnSpPr>
              <a:cxnSpLocks/>
            </p:cNvCxnSpPr>
            <p:nvPr/>
          </p:nvCxnSpPr>
          <p:spPr>
            <a:xfrm>
              <a:off x="4519613" y="3300370"/>
              <a:ext cx="0" cy="142946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AA8E2E6-BAD1-AE38-F938-9CEA098C33B3}"/>
                </a:ext>
              </a:extLst>
            </p:cNvPr>
            <p:cNvCxnSpPr>
              <a:cxnSpLocks/>
            </p:cNvCxnSpPr>
            <p:nvPr/>
          </p:nvCxnSpPr>
          <p:spPr>
            <a:xfrm>
              <a:off x="4519613" y="3443244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6D67099-8079-54C9-B9FB-BFB6B9824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9613" y="3509919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B42D367-F693-6292-24DB-EA4649D37A3F}"/>
                </a:ext>
              </a:extLst>
            </p:cNvPr>
            <p:cNvCxnSpPr>
              <a:cxnSpLocks/>
            </p:cNvCxnSpPr>
            <p:nvPr/>
          </p:nvCxnSpPr>
          <p:spPr>
            <a:xfrm>
              <a:off x="4519613" y="3569379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3E0A3D0-1A52-FAD1-BBFB-0282591F93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9613" y="3636054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7E2A3D2-7E6F-24BC-3CDB-BB4477171151}"/>
                </a:ext>
              </a:extLst>
            </p:cNvPr>
            <p:cNvCxnSpPr>
              <a:cxnSpLocks/>
            </p:cNvCxnSpPr>
            <p:nvPr/>
          </p:nvCxnSpPr>
          <p:spPr>
            <a:xfrm>
              <a:off x="4517941" y="3693204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F9B632D-94C4-580C-3F67-DA3AE5EF8D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7941" y="3759879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78CCBD9-3807-C406-B931-F57B20BA410A}"/>
                </a:ext>
              </a:extLst>
            </p:cNvPr>
            <p:cNvCxnSpPr>
              <a:cxnSpLocks/>
            </p:cNvCxnSpPr>
            <p:nvPr/>
          </p:nvCxnSpPr>
          <p:spPr>
            <a:xfrm>
              <a:off x="4517941" y="3819339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170C3DD-3668-9FA2-A688-A16A232411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7941" y="3886014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F546D9C-3CD3-F0CB-8838-489C0FE33272}"/>
                </a:ext>
              </a:extLst>
            </p:cNvPr>
            <p:cNvCxnSpPr>
              <a:cxnSpLocks/>
            </p:cNvCxnSpPr>
            <p:nvPr/>
          </p:nvCxnSpPr>
          <p:spPr>
            <a:xfrm>
              <a:off x="4517941" y="3943164"/>
              <a:ext cx="0" cy="142946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CEEE946-63AF-4A8D-1154-B4608F6FBF97}"/>
              </a:ext>
            </a:extLst>
          </p:cNvPr>
          <p:cNvGrpSpPr/>
          <p:nvPr/>
        </p:nvGrpSpPr>
        <p:grpSpPr>
          <a:xfrm>
            <a:off x="10791826" y="5030340"/>
            <a:ext cx="266700" cy="1592580"/>
            <a:chOff x="4498891" y="3295650"/>
            <a:chExt cx="73109" cy="1161981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0770929-DF73-A339-0007-8D799C7FC740}"/>
                </a:ext>
              </a:extLst>
            </p:cNvPr>
            <p:cNvCxnSpPr>
              <a:cxnSpLocks/>
            </p:cNvCxnSpPr>
            <p:nvPr/>
          </p:nvCxnSpPr>
          <p:spPr>
            <a:xfrm>
              <a:off x="4500563" y="3295650"/>
              <a:ext cx="0" cy="142946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06811DE-1DA2-A467-4549-0DFE45FA4D08}"/>
                </a:ext>
              </a:extLst>
            </p:cNvPr>
            <p:cNvCxnSpPr>
              <a:cxnSpLocks/>
            </p:cNvCxnSpPr>
            <p:nvPr/>
          </p:nvCxnSpPr>
          <p:spPr>
            <a:xfrm>
              <a:off x="4500563" y="3438524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0BDCA58-F6FC-8D6D-7558-363253D2E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563" y="3505199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7B23596-D35F-B3FA-4B84-A1916990813B}"/>
                </a:ext>
              </a:extLst>
            </p:cNvPr>
            <p:cNvCxnSpPr>
              <a:cxnSpLocks/>
            </p:cNvCxnSpPr>
            <p:nvPr/>
          </p:nvCxnSpPr>
          <p:spPr>
            <a:xfrm>
              <a:off x="4500563" y="3564659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4B16969-9BD5-758E-47DB-A0AB985585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563" y="3631334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F56A7FE-D0D3-CB41-E5AB-8F3259165B7C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3688484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38B7E36-DB9A-F217-4E5B-B49EE84613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3755159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1C88850-C71B-636B-C960-7D40177A6853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3814619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0418C62-D991-37D1-245D-05D8FE4152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3881294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3AFEFAC-83DB-995A-27F6-B6E7F7B6882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4314685"/>
              <a:ext cx="0" cy="142946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BD011882-7DAF-1E80-D0BC-A01E3A37068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3938372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81B25A1-0BDD-89B8-7D03-C45E39491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4005047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4A832F4-C9C6-EFDA-500C-43EF2044FE16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4063484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9B931FB-D4E3-B8F2-A2F1-53634FEF46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4130159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B816A5A-61E4-C9F9-9229-1A81BD4EF6BB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4189619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834FB8A-E692-5B0D-8F87-C057E604CF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4256294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83162C4-A9D4-F2D8-CB0B-5A1885B38768}"/>
              </a:ext>
            </a:extLst>
          </p:cNvPr>
          <p:cNvGrpSpPr/>
          <p:nvPr/>
        </p:nvGrpSpPr>
        <p:grpSpPr>
          <a:xfrm>
            <a:off x="11354259" y="5229867"/>
            <a:ext cx="73109" cy="1161981"/>
            <a:chOff x="4498891" y="3295650"/>
            <a:chExt cx="73109" cy="1161981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844955D-7A04-7076-1192-E880BBE2E3FA}"/>
                </a:ext>
              </a:extLst>
            </p:cNvPr>
            <p:cNvCxnSpPr>
              <a:cxnSpLocks/>
            </p:cNvCxnSpPr>
            <p:nvPr/>
          </p:nvCxnSpPr>
          <p:spPr>
            <a:xfrm>
              <a:off x="4500563" y="3295650"/>
              <a:ext cx="0" cy="142946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6A8D683-BEE0-A489-F4B3-9149BA0D4987}"/>
                </a:ext>
              </a:extLst>
            </p:cNvPr>
            <p:cNvCxnSpPr>
              <a:cxnSpLocks/>
            </p:cNvCxnSpPr>
            <p:nvPr/>
          </p:nvCxnSpPr>
          <p:spPr>
            <a:xfrm>
              <a:off x="4500563" y="3438524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CD3FD0A-DF09-4B58-509A-83139D562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563" y="3505199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E64A85F-4215-41C6-F7D1-C85AEDEC4F67}"/>
                </a:ext>
              </a:extLst>
            </p:cNvPr>
            <p:cNvCxnSpPr>
              <a:cxnSpLocks/>
            </p:cNvCxnSpPr>
            <p:nvPr/>
          </p:nvCxnSpPr>
          <p:spPr>
            <a:xfrm>
              <a:off x="4500563" y="3564659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63C85AB-AE23-CBC3-20E3-26FB865748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0563" y="3631334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FF1FCE4-79EA-8494-6A6E-FD252F7816BC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3688484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2E4B7CC-2C2B-145E-998B-201CD4187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3755159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45CD576-73D9-9FBE-BF2B-3D05C9992BEB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3814619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A29BA48-59BC-B412-E858-3726B6D631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3881294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8857370-D122-FC68-03BE-737FC6785295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4314685"/>
              <a:ext cx="0" cy="142946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D89AA6A-15B9-8B57-9DCA-9E820D1B9B03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3938372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7E61F3D-1550-7DEB-1151-41EC507567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4005047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86D8BCB-2084-97AE-942E-02CDFE1A6394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4063484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92DD861-138E-6D59-9DB1-A04BDD3D93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4130159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9B4EF5B-8016-505A-E437-6691B49D974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891" y="4189619"/>
              <a:ext cx="71437" cy="66675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819920A-09D1-71C6-5A3D-D8096D97D6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891" y="4256294"/>
              <a:ext cx="71437" cy="57150"/>
            </a:xfrm>
            <a:prstGeom prst="line">
              <a:avLst/>
            </a:prstGeom>
            <a:ln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71F46D7-2BC5-57F9-C002-580A7E91B7E5}"/>
              </a:ext>
            </a:extLst>
          </p:cNvPr>
          <p:cNvGrpSpPr/>
          <p:nvPr/>
        </p:nvGrpSpPr>
        <p:grpSpPr>
          <a:xfrm>
            <a:off x="10279063" y="5414957"/>
            <a:ext cx="304800" cy="1025170"/>
            <a:chOff x="8424863" y="4970457"/>
            <a:chExt cx="304800" cy="1025170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128B246-5C03-2EC9-E6E7-AC571FBA4B1C}"/>
                </a:ext>
              </a:extLst>
            </p:cNvPr>
            <p:cNvCxnSpPr/>
            <p:nvPr/>
          </p:nvCxnSpPr>
          <p:spPr>
            <a:xfrm>
              <a:off x="8574882" y="4970457"/>
              <a:ext cx="0" cy="46007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B6EE539-795E-F747-59F0-F4AF88A8EC21}"/>
                </a:ext>
              </a:extLst>
            </p:cNvPr>
            <p:cNvCxnSpPr>
              <a:cxnSpLocks/>
            </p:cNvCxnSpPr>
            <p:nvPr/>
          </p:nvCxnSpPr>
          <p:spPr>
            <a:xfrm>
              <a:off x="8424863" y="5535548"/>
              <a:ext cx="3048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7D2D204-D423-4E07-2FE9-50DDBDE18A2E}"/>
                </a:ext>
              </a:extLst>
            </p:cNvPr>
            <p:cNvCxnSpPr>
              <a:cxnSpLocks/>
            </p:cNvCxnSpPr>
            <p:nvPr/>
          </p:nvCxnSpPr>
          <p:spPr>
            <a:xfrm>
              <a:off x="8434387" y="5341899"/>
              <a:ext cx="0" cy="1989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383B6C4-8AD6-F7F8-9C97-027F3DB817DC}"/>
                </a:ext>
              </a:extLst>
            </p:cNvPr>
            <p:cNvCxnSpPr>
              <a:cxnSpLocks/>
            </p:cNvCxnSpPr>
            <p:nvPr/>
          </p:nvCxnSpPr>
          <p:spPr>
            <a:xfrm>
              <a:off x="8729663" y="5346661"/>
              <a:ext cx="0" cy="1989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5C53A4AF-8FCB-F136-A29C-2ABDB5D6EA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7250" y="5432905"/>
              <a:ext cx="2000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95F446C7-941D-03D6-C2F4-0D5D2245F492}"/>
                </a:ext>
              </a:extLst>
            </p:cNvPr>
            <p:cNvCxnSpPr/>
            <p:nvPr/>
          </p:nvCxnSpPr>
          <p:spPr>
            <a:xfrm>
              <a:off x="8574882" y="5535548"/>
              <a:ext cx="0" cy="46007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A127598C-ED41-9FFF-F7C7-71B8AD66E52C}"/>
              </a:ext>
            </a:extLst>
          </p:cNvPr>
          <p:cNvGrpSpPr/>
          <p:nvPr/>
        </p:nvGrpSpPr>
        <p:grpSpPr>
          <a:xfrm>
            <a:off x="636756" y="525988"/>
            <a:ext cx="11041617" cy="3748361"/>
            <a:chOff x="636756" y="525988"/>
            <a:chExt cx="11041617" cy="3748361"/>
          </a:xfrm>
        </p:grpSpPr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DF99841D-B990-0B07-853D-DA54E4794ACF}"/>
                </a:ext>
              </a:extLst>
            </p:cNvPr>
            <p:cNvGrpSpPr/>
            <p:nvPr/>
          </p:nvGrpSpPr>
          <p:grpSpPr>
            <a:xfrm>
              <a:off x="636756" y="737062"/>
              <a:ext cx="4468743" cy="3251520"/>
              <a:chOff x="3256131" y="1470487"/>
              <a:chExt cx="4468743" cy="3251520"/>
            </a:xfrm>
          </p:grpSpPr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194D1D2E-DEE4-9FFD-3D82-595950743DAA}"/>
                  </a:ext>
                </a:extLst>
              </p:cNvPr>
              <p:cNvGrpSpPr/>
              <p:nvPr/>
            </p:nvGrpSpPr>
            <p:grpSpPr>
              <a:xfrm>
                <a:off x="3256131" y="2109286"/>
                <a:ext cx="1841018" cy="1841018"/>
                <a:chOff x="1796418" y="-21140"/>
                <a:chExt cx="3084664" cy="3084664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8E2B282E-9E60-037F-B39B-56ECDDB242FC}"/>
                    </a:ext>
                  </a:extLst>
                </p:cNvPr>
                <p:cNvGrpSpPr/>
                <p:nvPr/>
              </p:nvGrpSpPr>
              <p:grpSpPr>
                <a:xfrm>
                  <a:off x="1796418" y="-21140"/>
                  <a:ext cx="3084664" cy="3084664"/>
                  <a:chOff x="7435218" y="847540"/>
                  <a:chExt cx="3084664" cy="3084664"/>
                </a:xfrm>
              </p:grpSpPr>
              <p:pic>
                <p:nvPicPr>
                  <p:cNvPr id="5" name="Graphic 4" descr="Car outline">
                    <a:extLst>
                      <a:ext uri="{FF2B5EF4-FFF2-40B4-BE49-F238E27FC236}">
                        <a16:creationId xmlns:a16="http://schemas.microsoft.com/office/drawing/2014/main" id="{87351E0E-5C93-5BD5-789F-82037302FB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435218" y="847540"/>
                    <a:ext cx="3084664" cy="3084664"/>
                  </a:xfrm>
                  <a:prstGeom prst="rect">
                    <a:avLst/>
                  </a:prstGeom>
                </p:spPr>
              </p:pic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63F96E09-5BFA-DA5E-3D8C-16B850648438}"/>
                      </a:ext>
                    </a:extLst>
                  </p:cNvPr>
                  <p:cNvSpPr/>
                  <p:nvPr/>
                </p:nvSpPr>
                <p:spPr>
                  <a:xfrm>
                    <a:off x="9412689" y="2490432"/>
                    <a:ext cx="675029" cy="717435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689DEDFD-929E-377C-9FB9-DB163C8FA58A}"/>
                    </a:ext>
                  </a:extLst>
                </p:cNvPr>
                <p:cNvSpPr/>
                <p:nvPr/>
              </p:nvSpPr>
              <p:spPr>
                <a:xfrm>
                  <a:off x="3891362" y="1739249"/>
                  <a:ext cx="438150" cy="453803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D0097355-6E40-33F3-6768-BDB224551BB5}"/>
                  </a:ext>
                </a:extLst>
              </p:cNvPr>
              <p:cNvGrpSpPr/>
              <p:nvPr/>
            </p:nvGrpSpPr>
            <p:grpSpPr>
              <a:xfrm>
                <a:off x="5457438" y="1771650"/>
                <a:ext cx="2232411" cy="2950357"/>
                <a:chOff x="5390194" y="762000"/>
                <a:chExt cx="2232411" cy="2950357"/>
              </a:xfrm>
            </p:grpSpPr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D76E2EB7-983A-1361-FC32-17C85930CCAC}"/>
                    </a:ext>
                  </a:extLst>
                </p:cNvPr>
                <p:cNvSpPr/>
                <p:nvPr/>
              </p:nvSpPr>
              <p:spPr>
                <a:xfrm>
                  <a:off x="5443495" y="1909868"/>
                  <a:ext cx="1278929" cy="1278929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0C188BE3-E017-E232-5548-3FE34C74BF3F}"/>
                    </a:ext>
                  </a:extLst>
                </p:cNvPr>
                <p:cNvSpPr/>
                <p:nvPr/>
              </p:nvSpPr>
              <p:spPr>
                <a:xfrm>
                  <a:off x="5613400" y="2266950"/>
                  <a:ext cx="939800" cy="279400"/>
                </a:xfrm>
                <a:prstGeom prst="rect">
                  <a:avLst/>
                </a:prstGeom>
                <a:solidFill>
                  <a:srgbClr val="A6A6A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5E57C0CD-C6C3-CB92-1078-6200C4A1D230}"/>
                    </a:ext>
                  </a:extLst>
                </p:cNvPr>
                <p:cNvSpPr/>
                <p:nvPr/>
              </p:nvSpPr>
              <p:spPr>
                <a:xfrm>
                  <a:off x="5390194" y="762000"/>
                  <a:ext cx="1363980" cy="457342"/>
                </a:xfrm>
                <a:prstGeom prst="rect">
                  <a:avLst/>
                </a:prstGeom>
                <a:solidFill>
                  <a:srgbClr val="A6A6A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07" name="Group 206">
                  <a:extLst>
                    <a:ext uri="{FF2B5EF4-FFF2-40B4-BE49-F238E27FC236}">
                      <a16:creationId xmlns:a16="http://schemas.microsoft.com/office/drawing/2014/main" id="{E253C155-4335-E1C9-A04C-69DACAD53CDE}"/>
                    </a:ext>
                  </a:extLst>
                </p:cNvPr>
                <p:cNvGrpSpPr/>
                <p:nvPr/>
              </p:nvGrpSpPr>
              <p:grpSpPr>
                <a:xfrm flipH="1">
                  <a:off x="5521865" y="1219341"/>
                  <a:ext cx="180431" cy="1047609"/>
                  <a:chOff x="4517941" y="3300370"/>
                  <a:chExt cx="73109" cy="785740"/>
                </a:xfrm>
              </p:grpSpPr>
              <p:cxnSp>
                <p:nvCxnSpPr>
                  <p:cNvPr id="237" name="Straight Connector 236">
                    <a:extLst>
                      <a:ext uri="{FF2B5EF4-FFF2-40B4-BE49-F238E27FC236}">
                        <a16:creationId xmlns:a16="http://schemas.microsoft.com/office/drawing/2014/main" id="{676CB910-6587-8665-9BC5-D3A5BBCA5E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9613" y="3300370"/>
                    <a:ext cx="0" cy="142946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Connector 237">
                    <a:extLst>
                      <a:ext uri="{FF2B5EF4-FFF2-40B4-BE49-F238E27FC236}">
                        <a16:creationId xmlns:a16="http://schemas.microsoft.com/office/drawing/2014/main" id="{00D92ED3-093D-084D-C6DD-E72768A3AA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9613" y="3439672"/>
                    <a:ext cx="71437" cy="66675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C084D13B-CF03-3BA0-7353-BC45B96C52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19613" y="3509919"/>
                    <a:ext cx="71437" cy="57150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CBB89047-C8C9-6B1D-4FE1-9CE743D166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9613" y="3569379"/>
                    <a:ext cx="71437" cy="66675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DE2510E0-B5EE-3495-CFE9-DD4EBED224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19613" y="3636054"/>
                    <a:ext cx="71437" cy="57150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68A8059B-B84D-D88C-EC83-46790E258E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7941" y="3693204"/>
                    <a:ext cx="71437" cy="66675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02867119-391D-1FE2-2EE4-CB9FE5DD25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17941" y="3759879"/>
                    <a:ext cx="71437" cy="57150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Connector 243">
                    <a:extLst>
                      <a:ext uri="{FF2B5EF4-FFF2-40B4-BE49-F238E27FC236}">
                        <a16:creationId xmlns:a16="http://schemas.microsoft.com/office/drawing/2014/main" id="{A0B7B863-6069-8CE8-6A68-526D4B7336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7941" y="3819339"/>
                    <a:ext cx="71437" cy="66675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5" name="Straight Connector 244">
                    <a:extLst>
                      <a:ext uri="{FF2B5EF4-FFF2-40B4-BE49-F238E27FC236}">
                        <a16:creationId xmlns:a16="http://schemas.microsoft.com/office/drawing/2014/main" id="{B6323381-AEB7-B5D0-02DA-48994C7031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17941" y="3886014"/>
                    <a:ext cx="71437" cy="57150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9034FA98-C11E-68EA-5071-33A6847D06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7941" y="3943164"/>
                    <a:ext cx="0" cy="142946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8" name="Group 207">
                  <a:extLst>
                    <a:ext uri="{FF2B5EF4-FFF2-40B4-BE49-F238E27FC236}">
                      <a16:creationId xmlns:a16="http://schemas.microsoft.com/office/drawing/2014/main" id="{56A72564-7481-06A4-968F-79F9FF586C18}"/>
                    </a:ext>
                  </a:extLst>
                </p:cNvPr>
                <p:cNvGrpSpPr/>
                <p:nvPr/>
              </p:nvGrpSpPr>
              <p:grpSpPr>
                <a:xfrm>
                  <a:off x="6337930" y="1227007"/>
                  <a:ext cx="259720" cy="1039943"/>
                  <a:chOff x="8424863" y="4970457"/>
                  <a:chExt cx="304800" cy="1025170"/>
                </a:xfrm>
              </p:grpSpPr>
              <p:cxnSp>
                <p:nvCxnSpPr>
                  <p:cNvPr id="231" name="Straight Connector 230">
                    <a:extLst>
                      <a:ext uri="{FF2B5EF4-FFF2-40B4-BE49-F238E27FC236}">
                        <a16:creationId xmlns:a16="http://schemas.microsoft.com/office/drawing/2014/main" id="{6A70FA24-5C06-2871-5641-8DF420405633}"/>
                      </a:ext>
                    </a:extLst>
                  </p:cNvPr>
                  <p:cNvCxnSpPr/>
                  <p:nvPr/>
                </p:nvCxnSpPr>
                <p:spPr>
                  <a:xfrm>
                    <a:off x="8574882" y="4970457"/>
                    <a:ext cx="0" cy="46007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D1F144EE-1648-8112-D461-54D17E474C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424863" y="5535548"/>
                    <a:ext cx="304800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0F3CED90-AC04-F3FC-8B92-8EC90BCD5E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434387" y="5350085"/>
                    <a:ext cx="0" cy="190731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9CFC9D88-BB2F-AD94-0E90-12336E9DE1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29663" y="5346661"/>
                    <a:ext cx="0" cy="198917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Straight Connector 234">
                    <a:extLst>
                      <a:ext uri="{FF2B5EF4-FFF2-40B4-BE49-F238E27FC236}">
                        <a16:creationId xmlns:a16="http://schemas.microsoft.com/office/drawing/2014/main" id="{858D9DFE-A456-F3D6-78F3-A03FD022BA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477250" y="5432905"/>
                    <a:ext cx="200026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89F9FC82-E597-D523-B852-55B5D8DC9ECA}"/>
                      </a:ext>
                    </a:extLst>
                  </p:cNvPr>
                  <p:cNvCxnSpPr/>
                  <p:nvPr/>
                </p:nvCxnSpPr>
                <p:spPr>
                  <a:xfrm>
                    <a:off x="8574882" y="5535548"/>
                    <a:ext cx="0" cy="46007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FECA6BA8-CDFE-676C-08A4-3CAB5B651F97}"/>
                    </a:ext>
                  </a:extLst>
                </p:cNvPr>
                <p:cNvGrpSpPr/>
                <p:nvPr/>
              </p:nvGrpSpPr>
              <p:grpSpPr>
                <a:xfrm rot="20828702" flipH="1">
                  <a:off x="5875764" y="2553148"/>
                  <a:ext cx="133803" cy="645272"/>
                  <a:chOff x="4517941" y="3300370"/>
                  <a:chExt cx="73109" cy="785740"/>
                </a:xfrm>
              </p:grpSpPr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D4BBCC04-ED4F-591F-DEA0-894F28D705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9613" y="3300370"/>
                    <a:ext cx="0" cy="142946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>
                    <a:extLst>
                      <a:ext uri="{FF2B5EF4-FFF2-40B4-BE49-F238E27FC236}">
                        <a16:creationId xmlns:a16="http://schemas.microsoft.com/office/drawing/2014/main" id="{78E9EC32-DBA8-91A9-708E-297E885224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9613" y="3439672"/>
                    <a:ext cx="71437" cy="66675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98C7A49E-9E90-B20E-B11F-7573030CEB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19613" y="3509919"/>
                    <a:ext cx="71437" cy="57150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>
                    <a:extLst>
                      <a:ext uri="{FF2B5EF4-FFF2-40B4-BE49-F238E27FC236}">
                        <a16:creationId xmlns:a16="http://schemas.microsoft.com/office/drawing/2014/main" id="{A4AA720B-D96D-DA15-F2F9-2CB5075CBF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9613" y="3569379"/>
                    <a:ext cx="71437" cy="66675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9F56BA10-0C31-8AE1-E066-D64BE155D3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19613" y="3636054"/>
                    <a:ext cx="71437" cy="57150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38934594-0D84-C10D-C4A3-853B74B897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7941" y="3693204"/>
                    <a:ext cx="71437" cy="66675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6654C2A8-3612-C111-5F78-7DBF4FC3F2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17941" y="3759879"/>
                    <a:ext cx="71437" cy="57150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2130C4E4-04D1-523E-B616-C5DD9AD6EC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7941" y="3819339"/>
                    <a:ext cx="71437" cy="66675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A0EA068F-016E-6943-E9AF-4C1AA8E36A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17941" y="3886014"/>
                    <a:ext cx="71437" cy="57150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478629E2-B89A-9CAD-17B9-E3AB7BF586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17941" y="3943164"/>
                    <a:ext cx="0" cy="142946"/>
                  </a:xfrm>
                  <a:prstGeom prst="line">
                    <a:avLst/>
                  </a:prstGeom>
                  <a:ln cap="rnd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" name="Group 209">
                  <a:extLst>
                    <a:ext uri="{FF2B5EF4-FFF2-40B4-BE49-F238E27FC236}">
                      <a16:creationId xmlns:a16="http://schemas.microsoft.com/office/drawing/2014/main" id="{1ED1C642-F3AE-7518-DB2E-C895D6E92D83}"/>
                    </a:ext>
                  </a:extLst>
                </p:cNvPr>
                <p:cNvGrpSpPr/>
                <p:nvPr/>
              </p:nvGrpSpPr>
              <p:grpSpPr>
                <a:xfrm rot="1207863">
                  <a:off x="6115097" y="2533137"/>
                  <a:ext cx="231675" cy="668870"/>
                  <a:chOff x="8424863" y="4970457"/>
                  <a:chExt cx="304800" cy="1025170"/>
                </a:xfrm>
              </p:grpSpPr>
              <p:cxnSp>
                <p:nvCxnSpPr>
                  <p:cNvPr id="215" name="Straight Connector 214">
                    <a:extLst>
                      <a:ext uri="{FF2B5EF4-FFF2-40B4-BE49-F238E27FC236}">
                        <a16:creationId xmlns:a16="http://schemas.microsoft.com/office/drawing/2014/main" id="{EADB1BF9-6E37-1794-94A2-D6A7A5621789}"/>
                      </a:ext>
                    </a:extLst>
                  </p:cNvPr>
                  <p:cNvCxnSpPr/>
                  <p:nvPr/>
                </p:nvCxnSpPr>
                <p:spPr>
                  <a:xfrm>
                    <a:off x="8574882" y="4970457"/>
                    <a:ext cx="0" cy="46007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CF0CB5ED-D375-BA4A-2A33-9EFE922220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424863" y="5535548"/>
                    <a:ext cx="304800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F54ACB95-967B-A8D1-D630-6B486222EF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434387" y="5341899"/>
                    <a:ext cx="0" cy="198917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14C81FA3-1B45-DE8E-99F6-413DE962B5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29663" y="5346661"/>
                    <a:ext cx="0" cy="198917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FCEFE375-E132-BDAF-2504-376E8A87D1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477250" y="5432905"/>
                    <a:ext cx="200026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0" name="Straight Connector 219">
                    <a:extLst>
                      <a:ext uri="{FF2B5EF4-FFF2-40B4-BE49-F238E27FC236}">
                        <a16:creationId xmlns:a16="http://schemas.microsoft.com/office/drawing/2014/main" id="{AC1522C1-09C2-FDB6-928B-3FCEF2A6063B}"/>
                      </a:ext>
                    </a:extLst>
                  </p:cNvPr>
                  <p:cNvCxnSpPr/>
                  <p:nvPr/>
                </p:nvCxnSpPr>
                <p:spPr>
                  <a:xfrm>
                    <a:off x="8574882" y="5535548"/>
                    <a:ext cx="0" cy="46007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A5C026C5-FBCF-4466-35FF-5B7DCE04D593}"/>
                    </a:ext>
                  </a:extLst>
                </p:cNvPr>
                <p:cNvCxnSpPr>
                  <a:cxnSpLocks/>
                  <a:stCxn id="206" idx="2"/>
                  <a:endCxn id="205" idx="0"/>
                </p:cNvCxnSpPr>
                <p:nvPr/>
              </p:nvCxnSpPr>
              <p:spPr>
                <a:xfrm>
                  <a:off x="6072184" y="1219342"/>
                  <a:ext cx="11116" cy="104760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120C6605-7741-F2E6-C3C4-584A3C6D3BA2}"/>
                    </a:ext>
                  </a:extLst>
                </p:cNvPr>
                <p:cNvSpPr/>
                <p:nvPr/>
              </p:nvSpPr>
              <p:spPr>
                <a:xfrm>
                  <a:off x="5940693" y="1505630"/>
                  <a:ext cx="284532" cy="284532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21BA9934-86CB-1638-4847-248B6ACE6362}"/>
                    </a:ext>
                  </a:extLst>
                </p:cNvPr>
                <p:cNvSpPr/>
                <p:nvPr/>
              </p:nvSpPr>
              <p:spPr>
                <a:xfrm>
                  <a:off x="6052345" y="3106250"/>
                  <a:ext cx="92071" cy="9207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42317172-2E2A-B90C-43A3-F5ACFFF418AE}"/>
                    </a:ext>
                  </a:extLst>
                </p:cNvPr>
                <p:cNvSpPr/>
                <p:nvPr/>
              </p:nvSpPr>
              <p:spPr>
                <a:xfrm>
                  <a:off x="5390194" y="3188797"/>
                  <a:ext cx="2232411" cy="523560"/>
                </a:xfrm>
                <a:custGeom>
                  <a:avLst/>
                  <a:gdLst>
                    <a:gd name="connsiteX0" fmla="*/ 0 w 5343525"/>
                    <a:gd name="connsiteY0" fmla="*/ 563092 h 563092"/>
                    <a:gd name="connsiteX1" fmla="*/ 1562100 w 5343525"/>
                    <a:gd name="connsiteY1" fmla="*/ 1117 h 563092"/>
                    <a:gd name="connsiteX2" fmla="*/ 3552825 w 5343525"/>
                    <a:gd name="connsiteY2" fmla="*/ 410692 h 563092"/>
                    <a:gd name="connsiteX3" fmla="*/ 5343525 w 5343525"/>
                    <a:gd name="connsiteY3" fmla="*/ 115417 h 563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43525" h="563092">
                      <a:moveTo>
                        <a:pt x="0" y="563092"/>
                      </a:moveTo>
                      <a:cubicBezTo>
                        <a:pt x="484981" y="294804"/>
                        <a:pt x="969963" y="26517"/>
                        <a:pt x="1562100" y="1117"/>
                      </a:cubicBezTo>
                      <a:cubicBezTo>
                        <a:pt x="2154237" y="-24283"/>
                        <a:pt x="2922588" y="391642"/>
                        <a:pt x="3552825" y="410692"/>
                      </a:cubicBezTo>
                      <a:cubicBezTo>
                        <a:pt x="4183062" y="429742"/>
                        <a:pt x="4956175" y="205904"/>
                        <a:pt x="5343525" y="115417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7" name="TextBox 246">
                    <a:extLst>
                      <a:ext uri="{FF2B5EF4-FFF2-40B4-BE49-F238E27FC236}">
                        <a16:creationId xmlns:a16="http://schemas.microsoft.com/office/drawing/2014/main" id="{FF876CB6-6705-1CAD-02A2-2A5F178C24C3}"/>
                      </a:ext>
                    </a:extLst>
                  </p:cNvPr>
                  <p:cNvSpPr txBox="1"/>
                  <p:nvPr/>
                </p:nvSpPr>
                <p:spPr>
                  <a:xfrm>
                    <a:off x="5969837" y="1860862"/>
                    <a:ext cx="33522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47" name="TextBox 246">
                    <a:extLst>
                      <a:ext uri="{FF2B5EF4-FFF2-40B4-BE49-F238E27FC236}">
                        <a16:creationId xmlns:a16="http://schemas.microsoft.com/office/drawing/2014/main" id="{FF876CB6-6705-1CAD-02A2-2A5F178C24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9837" y="1860862"/>
                    <a:ext cx="335220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909" r="-1818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8" name="TextBox 247">
                    <a:extLst>
                      <a:ext uri="{FF2B5EF4-FFF2-40B4-BE49-F238E27FC236}">
                        <a16:creationId xmlns:a16="http://schemas.microsoft.com/office/drawing/2014/main" id="{B1BD453C-A4BA-71F5-C1EF-15CED860E696}"/>
                      </a:ext>
                    </a:extLst>
                  </p:cNvPr>
                  <p:cNvSpPr txBox="1"/>
                  <p:nvPr/>
                </p:nvSpPr>
                <p:spPr>
                  <a:xfrm>
                    <a:off x="6026987" y="3302703"/>
                    <a:ext cx="28219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48" name="TextBox 247">
                    <a:extLst>
                      <a:ext uri="{FF2B5EF4-FFF2-40B4-BE49-F238E27FC236}">
                        <a16:creationId xmlns:a16="http://schemas.microsoft.com/office/drawing/2014/main" id="{B1BD453C-A4BA-71F5-C1EF-15CED860E6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26987" y="3302703"/>
                    <a:ext cx="282193" cy="2154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087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9" name="TextBox 248">
                    <a:extLst>
                      <a:ext uri="{FF2B5EF4-FFF2-40B4-BE49-F238E27FC236}">
                        <a16:creationId xmlns:a16="http://schemas.microsoft.com/office/drawing/2014/main" id="{ED8D147D-08B0-D19A-1632-B1D3CF92CD98}"/>
                      </a:ext>
                    </a:extLst>
                  </p:cNvPr>
                  <p:cNvSpPr txBox="1"/>
                  <p:nvPr/>
                </p:nvSpPr>
                <p:spPr>
                  <a:xfrm rot="20389536">
                    <a:off x="7153276" y="4054734"/>
                    <a:ext cx="54707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9" name="TextBox 248">
                    <a:extLst>
                      <a:ext uri="{FF2B5EF4-FFF2-40B4-BE49-F238E27FC236}">
                        <a16:creationId xmlns:a16="http://schemas.microsoft.com/office/drawing/2014/main" id="{ED8D147D-08B0-D19A-1632-B1D3CF92CD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0389536">
                    <a:off x="7153276" y="4054734"/>
                    <a:ext cx="547073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990" t="-6667" r="-17822" b="-9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BD9C6F00-A490-C9EB-917F-537D9EF5DC98}"/>
                  </a:ext>
                </a:extLst>
              </p:cNvPr>
              <p:cNvCxnSpPr>
                <a:cxnSpLocks/>
                <a:stCxn id="206" idx="3"/>
              </p:cNvCxnSpPr>
              <p:nvPr/>
            </p:nvCxnSpPr>
            <p:spPr>
              <a:xfrm>
                <a:off x="6821418" y="2000321"/>
                <a:ext cx="623957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170A9609-3E34-D02A-91FA-8674EE1F0C85}"/>
                  </a:ext>
                </a:extLst>
              </p:cNvPr>
              <p:cNvCxnSpPr>
                <a:cxnSpLocks/>
                <a:stCxn id="205" idx="3"/>
              </p:cNvCxnSpPr>
              <p:nvPr/>
            </p:nvCxnSpPr>
            <p:spPr>
              <a:xfrm>
                <a:off x="6620444" y="3416300"/>
                <a:ext cx="666422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EA58C3ED-E42E-3B99-9E59-9C390C2F0270}"/>
                  </a:ext>
                </a:extLst>
              </p:cNvPr>
              <p:cNvCxnSpPr/>
              <p:nvPr/>
            </p:nvCxnSpPr>
            <p:spPr>
              <a:xfrm flipV="1">
                <a:off x="6921905" y="3000145"/>
                <a:ext cx="0" cy="4061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241C1C5A-3505-CCBC-2225-8FFC266DDE5E}"/>
                  </a:ext>
                </a:extLst>
              </p:cNvPr>
              <p:cNvCxnSpPr/>
              <p:nvPr/>
            </p:nvCxnSpPr>
            <p:spPr>
              <a:xfrm flipV="1">
                <a:off x="7127046" y="1590445"/>
                <a:ext cx="0" cy="4061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F2D6CAF4-FD5F-2DBC-DBA5-EB0B9A8373C3}"/>
                      </a:ext>
                    </a:extLst>
                  </p:cNvPr>
                  <p:cNvSpPr txBox="1"/>
                  <p:nvPr/>
                </p:nvSpPr>
                <p:spPr>
                  <a:xfrm>
                    <a:off x="6984698" y="2861645"/>
                    <a:ext cx="56387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F2D6CAF4-FD5F-2DBC-DBA5-EB0B9A8373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84698" y="2861645"/>
                    <a:ext cx="56387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452" t="-2174" r="-15054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24B049A6-19F9-635B-C7B9-163D42E39331}"/>
                      </a:ext>
                    </a:extLst>
                  </p:cNvPr>
                  <p:cNvSpPr txBox="1"/>
                  <p:nvPr/>
                </p:nvSpPr>
                <p:spPr>
                  <a:xfrm>
                    <a:off x="7187676" y="1470487"/>
                    <a:ext cx="53719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24B049A6-19F9-635B-C7B9-163D42E393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7676" y="1470487"/>
                    <a:ext cx="537198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742" t="-2222" r="-14607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D0DB1899-833D-F4B6-CBA6-C50B0BC40329}"/>
                      </a:ext>
                    </a:extLst>
                  </p:cNvPr>
                  <p:cNvSpPr txBox="1"/>
                  <p:nvPr/>
                </p:nvSpPr>
                <p:spPr>
                  <a:xfrm>
                    <a:off x="6057517" y="2519046"/>
                    <a:ext cx="18537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D0DB1899-833D-F4B6-CBA6-C50B0BC403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7517" y="2519046"/>
                    <a:ext cx="185372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000" r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3FB53D26-D193-ADFC-BD81-5F82AF11214A}"/>
                      </a:ext>
                    </a:extLst>
                  </p:cNvPr>
                  <p:cNvSpPr txBox="1"/>
                  <p:nvPr/>
                </p:nvSpPr>
                <p:spPr>
                  <a:xfrm>
                    <a:off x="5323491" y="2575191"/>
                    <a:ext cx="26789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3FB53D26-D193-ADFC-BD81-5F82AF1121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23491" y="2575191"/>
                    <a:ext cx="26789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2727" r="-2273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012A2CF9-D3A9-092C-76CE-1D3D0D6C02CE}"/>
                      </a:ext>
                    </a:extLst>
                  </p:cNvPr>
                  <p:cNvSpPr txBox="1"/>
                  <p:nvPr/>
                </p:nvSpPr>
                <p:spPr>
                  <a:xfrm>
                    <a:off x="6655721" y="2372405"/>
                    <a:ext cx="24141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012A2CF9-D3A9-092C-76CE-1D3D0D6C02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55721" y="2372405"/>
                    <a:ext cx="241412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5000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4044F8C5-6496-5442-9E86-4079B294FCEC}"/>
                      </a:ext>
                    </a:extLst>
                  </p:cNvPr>
                  <p:cNvSpPr txBox="1"/>
                  <p:nvPr/>
                </p:nvSpPr>
                <p:spPr>
                  <a:xfrm>
                    <a:off x="5681841" y="3754514"/>
                    <a:ext cx="20492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4044F8C5-6496-5442-9E86-4079B294FC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1841" y="3754514"/>
                    <a:ext cx="204928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0588" r="-2941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348125DD-9637-3D4B-3381-B4DD3994E905}"/>
                      </a:ext>
                    </a:extLst>
                  </p:cNvPr>
                  <p:cNvSpPr txBox="1"/>
                  <p:nvPr/>
                </p:nvSpPr>
                <p:spPr>
                  <a:xfrm>
                    <a:off x="6460615" y="3647910"/>
                    <a:ext cx="18453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348125DD-9637-3D4B-3381-B4DD3994E9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0615" y="3647910"/>
                    <a:ext cx="184538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333" r="-3333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2" name="Straight Arrow Connector 271">
                <a:extLst>
                  <a:ext uri="{FF2B5EF4-FFF2-40B4-BE49-F238E27FC236}">
                    <a16:creationId xmlns:a16="http://schemas.microsoft.com/office/drawing/2014/main" id="{FBC7C0C1-8974-D127-DD1E-2F42166C8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2525" y="3421568"/>
                <a:ext cx="43716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0032C1F8-B2EF-3829-15E0-BB0A5312F3D1}"/>
                </a:ext>
              </a:extLst>
            </p:cNvPr>
            <p:cNvGrpSpPr/>
            <p:nvPr/>
          </p:nvGrpSpPr>
          <p:grpSpPr>
            <a:xfrm>
              <a:off x="5942612" y="525988"/>
              <a:ext cx="5735761" cy="3047654"/>
              <a:chOff x="5794553" y="782827"/>
              <a:chExt cx="5735761" cy="3047654"/>
            </a:xfrm>
          </p:grpSpPr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F07062EB-A217-A41D-EF7B-E238A206CD23}"/>
                  </a:ext>
                </a:extLst>
              </p:cNvPr>
              <p:cNvSpPr/>
              <p:nvPr/>
            </p:nvSpPr>
            <p:spPr>
              <a:xfrm>
                <a:off x="6584711" y="2371494"/>
                <a:ext cx="939800" cy="581387"/>
              </a:xfrm>
              <a:prstGeom prst="rect">
                <a:avLst/>
              </a:prstGeom>
              <a:solidFill>
                <a:srgbClr val="E9713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4C3D4BC9-D48C-110A-98D4-B74C32A9F1E2}"/>
                      </a:ext>
                    </a:extLst>
                  </p:cNvPr>
                  <p:cNvSpPr txBox="1"/>
                  <p:nvPr/>
                </p:nvSpPr>
                <p:spPr>
                  <a:xfrm>
                    <a:off x="7695939" y="2338676"/>
                    <a:ext cx="20967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4C3D4BC9-D48C-110A-98D4-B74C32A9F1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5939" y="2338676"/>
                    <a:ext cx="209673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9412" r="-26471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4046FB25-C99C-52A1-1E41-7C088F1CD063}"/>
                  </a:ext>
                </a:extLst>
              </p:cNvPr>
              <p:cNvSpPr/>
              <p:nvPr/>
            </p:nvSpPr>
            <p:spPr>
              <a:xfrm>
                <a:off x="8202684" y="2373158"/>
                <a:ext cx="939800" cy="58138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3" name="TextBox 282">
                    <a:extLst>
                      <a:ext uri="{FF2B5EF4-FFF2-40B4-BE49-F238E27FC236}">
                        <a16:creationId xmlns:a16="http://schemas.microsoft.com/office/drawing/2014/main" id="{B8B2AF39-39FC-8109-2E72-67D6A298A34B}"/>
                      </a:ext>
                    </a:extLst>
                  </p:cNvPr>
                  <p:cNvSpPr txBox="1"/>
                  <p:nvPr/>
                </p:nvSpPr>
                <p:spPr>
                  <a:xfrm>
                    <a:off x="6794239" y="2509994"/>
                    <a:ext cx="51418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3" name="TextBox 282">
                    <a:extLst>
                      <a:ext uri="{FF2B5EF4-FFF2-40B4-BE49-F238E27FC236}">
                        <a16:creationId xmlns:a16="http://schemas.microsoft.com/office/drawing/2014/main" id="{B8B2AF39-39FC-8109-2E72-67D6A298A3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4239" y="2509994"/>
                    <a:ext cx="514180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0714" t="-4444" r="-15476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4FD9B9BD-1BEC-97C6-C572-4414B6AF868C}"/>
                  </a:ext>
                </a:extLst>
              </p:cNvPr>
              <p:cNvSpPr txBox="1"/>
              <p:nvPr/>
            </p:nvSpPr>
            <p:spPr>
              <a:xfrm>
                <a:off x="6613286" y="2987364"/>
                <a:ext cx="8976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controller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5" name="TextBox 284">
                    <a:extLst>
                      <a:ext uri="{FF2B5EF4-FFF2-40B4-BE49-F238E27FC236}">
                        <a16:creationId xmlns:a16="http://schemas.microsoft.com/office/drawing/2014/main" id="{0621B4C4-3BFD-8759-50F6-A0ACB56C0405}"/>
                      </a:ext>
                    </a:extLst>
                  </p:cNvPr>
                  <p:cNvSpPr txBox="1"/>
                  <p:nvPr/>
                </p:nvSpPr>
                <p:spPr>
                  <a:xfrm>
                    <a:off x="8415494" y="2517047"/>
                    <a:ext cx="59215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5" name="TextBox 284">
                    <a:extLst>
                      <a:ext uri="{FF2B5EF4-FFF2-40B4-BE49-F238E27FC236}">
                        <a16:creationId xmlns:a16="http://schemas.microsoft.com/office/drawing/2014/main" id="{0621B4C4-3BFD-8759-50F6-A0ACB56C04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15494" y="2517047"/>
                    <a:ext cx="592150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0309" t="-2222" r="-14433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7" name="Straight Arrow Connector 286">
                <a:extLst>
                  <a:ext uri="{FF2B5EF4-FFF2-40B4-BE49-F238E27FC236}">
                    <a16:creationId xmlns:a16="http://schemas.microsoft.com/office/drawing/2014/main" id="{1F30F019-1C46-C517-9F14-E268C5700B1C}"/>
                  </a:ext>
                </a:extLst>
              </p:cNvPr>
              <p:cNvCxnSpPr>
                <a:cxnSpLocks/>
                <a:stCxn id="280" idx="3"/>
                <a:endCxn id="282" idx="1"/>
              </p:cNvCxnSpPr>
              <p:nvPr/>
            </p:nvCxnSpPr>
            <p:spPr>
              <a:xfrm>
                <a:off x="7524511" y="2662188"/>
                <a:ext cx="678173" cy="16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403B01CE-EC66-CA2E-C2C2-C5C762261278}"/>
                  </a:ext>
                </a:extLst>
              </p:cNvPr>
              <p:cNvSpPr/>
              <p:nvPr/>
            </p:nvSpPr>
            <p:spPr>
              <a:xfrm>
                <a:off x="9339263" y="1599702"/>
                <a:ext cx="939800" cy="58138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5935C277-D446-D5EF-6821-4C8C480B635E}"/>
                      </a:ext>
                    </a:extLst>
                  </p:cNvPr>
                  <p:cNvSpPr txBox="1"/>
                  <p:nvPr/>
                </p:nvSpPr>
                <p:spPr>
                  <a:xfrm>
                    <a:off x="9526137" y="1734361"/>
                    <a:ext cx="59747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5935C277-D446-D5EF-6821-4C8C480B63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6137" y="1734361"/>
                    <a:ext cx="597471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0204" t="-2174" r="-14286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FA4986D5-9E4F-8CAB-CBC7-883DF42EF409}"/>
                  </a:ext>
                </a:extLst>
              </p:cNvPr>
              <p:cNvSpPr/>
              <p:nvPr/>
            </p:nvSpPr>
            <p:spPr>
              <a:xfrm>
                <a:off x="9668314" y="2526151"/>
                <a:ext cx="276754" cy="27675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2" name="Straight Arrow Connector 291">
                <a:extLst>
                  <a:ext uri="{FF2B5EF4-FFF2-40B4-BE49-F238E27FC236}">
                    <a16:creationId xmlns:a16="http://schemas.microsoft.com/office/drawing/2014/main" id="{C41C3E1E-EF0D-7E50-6AD4-68A8DDDC53CA}"/>
                  </a:ext>
                </a:extLst>
              </p:cNvPr>
              <p:cNvCxnSpPr>
                <a:cxnSpLocks/>
                <a:stCxn id="282" idx="3"/>
                <a:endCxn id="291" idx="2"/>
              </p:cNvCxnSpPr>
              <p:nvPr/>
            </p:nvCxnSpPr>
            <p:spPr>
              <a:xfrm>
                <a:off x="9142484" y="2663852"/>
                <a:ext cx="525830" cy="6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5" name="Straight Arrow Connector 294">
                <a:extLst>
                  <a:ext uri="{FF2B5EF4-FFF2-40B4-BE49-F238E27FC236}">
                    <a16:creationId xmlns:a16="http://schemas.microsoft.com/office/drawing/2014/main" id="{E2B2B688-EFAE-F62B-FD13-0D23E436BC9E}"/>
                  </a:ext>
                </a:extLst>
              </p:cNvPr>
              <p:cNvCxnSpPr>
                <a:cxnSpLocks/>
                <a:stCxn id="289" idx="2"/>
                <a:endCxn id="291" idx="0"/>
              </p:cNvCxnSpPr>
              <p:nvPr/>
            </p:nvCxnSpPr>
            <p:spPr>
              <a:xfrm flipH="1">
                <a:off x="9806691" y="2181089"/>
                <a:ext cx="2472" cy="3450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8" name="Straight Arrow Connector 297">
                <a:extLst>
                  <a:ext uri="{FF2B5EF4-FFF2-40B4-BE49-F238E27FC236}">
                    <a16:creationId xmlns:a16="http://schemas.microsoft.com/office/drawing/2014/main" id="{53F8D53F-17E3-3470-B01D-64BE54030D72}"/>
                  </a:ext>
                </a:extLst>
              </p:cNvPr>
              <p:cNvCxnSpPr>
                <a:cxnSpLocks/>
                <a:stCxn id="291" idx="6"/>
              </p:cNvCxnSpPr>
              <p:nvPr/>
            </p:nvCxnSpPr>
            <p:spPr>
              <a:xfrm>
                <a:off x="9945068" y="2664528"/>
                <a:ext cx="72293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1" name="Straight Arrow Connector 300">
                <a:extLst>
                  <a:ext uri="{FF2B5EF4-FFF2-40B4-BE49-F238E27FC236}">
                    <a16:creationId xmlns:a16="http://schemas.microsoft.com/office/drawing/2014/main" id="{7D445ACE-DE38-F7F2-23E3-18601F4F7F7B}"/>
                  </a:ext>
                </a:extLst>
              </p:cNvPr>
              <p:cNvCxnSpPr>
                <a:cxnSpLocks/>
                <a:stCxn id="324" idx="6"/>
                <a:endCxn id="280" idx="1"/>
              </p:cNvCxnSpPr>
              <p:nvPr/>
            </p:nvCxnSpPr>
            <p:spPr>
              <a:xfrm>
                <a:off x="6071307" y="2657805"/>
                <a:ext cx="513404" cy="43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5" name="Connector: Elbow 314">
                <a:extLst>
                  <a:ext uri="{FF2B5EF4-FFF2-40B4-BE49-F238E27FC236}">
                    <a16:creationId xmlns:a16="http://schemas.microsoft.com/office/drawing/2014/main" id="{8492CBB5-5F89-D188-1805-C1F6A0A1065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7734039" y="2670040"/>
                <a:ext cx="2485370" cy="1160440"/>
              </a:xfrm>
              <a:prstGeom prst="bentConnector3">
                <a:avLst>
                  <a:gd name="adj1" fmla="val -333"/>
                </a:avLst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4" name="Oval 323">
                <a:extLst>
                  <a:ext uri="{FF2B5EF4-FFF2-40B4-BE49-F238E27FC236}">
                    <a16:creationId xmlns:a16="http://schemas.microsoft.com/office/drawing/2014/main" id="{934319C0-66DE-B211-BA1C-1F8B317B0430}"/>
                  </a:ext>
                </a:extLst>
              </p:cNvPr>
              <p:cNvSpPr/>
              <p:nvPr/>
            </p:nvSpPr>
            <p:spPr>
              <a:xfrm>
                <a:off x="5794553" y="2519428"/>
                <a:ext cx="276754" cy="27675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6" name="Connector: Elbow 325">
                <a:extLst>
                  <a:ext uri="{FF2B5EF4-FFF2-40B4-BE49-F238E27FC236}">
                    <a16:creationId xmlns:a16="http://schemas.microsoft.com/office/drawing/2014/main" id="{3C7E054F-795D-B132-4853-ED74B3DBCB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2929" y="2793006"/>
                <a:ext cx="1801110" cy="1037475"/>
              </a:xfrm>
              <a:prstGeom prst="bentConnector3">
                <a:avLst>
                  <a:gd name="adj1" fmla="val -240"/>
                </a:avLst>
              </a:prstGeom>
              <a:ln>
                <a:headEnd type="triangl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B1A6F9EF-3591-AC6A-BD27-68E897BB57DE}"/>
                  </a:ext>
                </a:extLst>
              </p:cNvPr>
              <p:cNvSpPr txBox="1"/>
              <p:nvPr/>
            </p:nvSpPr>
            <p:spPr>
              <a:xfrm>
                <a:off x="8158020" y="1457362"/>
                <a:ext cx="4616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</a:t>
                </a:r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032A5EC8-D46B-5095-BAD5-36D02C13DC52}"/>
                  </a:ext>
                </a:extLst>
              </p:cNvPr>
              <p:cNvSpPr/>
              <p:nvPr/>
            </p:nvSpPr>
            <p:spPr>
              <a:xfrm>
                <a:off x="8037915" y="1409700"/>
                <a:ext cx="2362544" cy="201763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77A54579-B801-B0C0-D09E-603C0936F1E8}"/>
                  </a:ext>
                </a:extLst>
              </p:cNvPr>
              <p:cNvSpPr txBox="1"/>
              <p:nvPr/>
            </p:nvSpPr>
            <p:spPr>
              <a:xfrm>
                <a:off x="9883352" y="2331702"/>
                <a:ext cx="1234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6EAEEDED-2B69-9E60-BA9A-B36AE9529E5C}"/>
                  </a:ext>
                </a:extLst>
              </p:cNvPr>
              <p:cNvSpPr txBox="1"/>
              <p:nvPr/>
            </p:nvSpPr>
            <p:spPr>
              <a:xfrm>
                <a:off x="9546520" y="2671703"/>
                <a:ext cx="1234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C92792BA-B68D-369E-D4F4-92EB3F7BC6AD}"/>
                  </a:ext>
                </a:extLst>
              </p:cNvPr>
              <p:cNvSpPr txBox="1"/>
              <p:nvPr/>
            </p:nvSpPr>
            <p:spPr>
              <a:xfrm>
                <a:off x="6009591" y="2724679"/>
                <a:ext cx="78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-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545088FA-2EA3-EA96-05FF-5BBC919F2FD4}"/>
                      </a:ext>
                    </a:extLst>
                  </p:cNvPr>
                  <p:cNvSpPr txBox="1"/>
                  <p:nvPr/>
                </p:nvSpPr>
                <p:spPr>
                  <a:xfrm>
                    <a:off x="10732853" y="2516149"/>
                    <a:ext cx="7974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545088FA-2EA3-EA96-05FF-5BBC919F2F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2853" y="2516149"/>
                    <a:ext cx="797461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7634" r="-763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CD5EE14D-ACED-6295-230E-6941858C652C}"/>
                      </a:ext>
                    </a:extLst>
                  </p:cNvPr>
                  <p:cNvSpPr txBox="1"/>
                  <p:nvPr/>
                </p:nvSpPr>
                <p:spPr>
                  <a:xfrm>
                    <a:off x="6200483" y="2371493"/>
                    <a:ext cx="16536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CD5EE14D-ACED-6295-230E-6941858C65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0483" y="2371493"/>
                    <a:ext cx="165365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1429" r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8" name="Straight Arrow Connector 337">
                <a:extLst>
                  <a:ext uri="{FF2B5EF4-FFF2-40B4-BE49-F238E27FC236}">
                    <a16:creationId xmlns:a16="http://schemas.microsoft.com/office/drawing/2014/main" id="{C2ABF5A6-5574-F927-EE85-39EA06F910CA}"/>
                  </a:ext>
                </a:extLst>
              </p:cNvPr>
              <p:cNvCxnSpPr>
                <a:cxnSpLocks/>
                <a:endCxn id="289" idx="0"/>
              </p:cNvCxnSpPr>
              <p:nvPr/>
            </p:nvCxnSpPr>
            <p:spPr>
              <a:xfrm>
                <a:off x="9806691" y="1109931"/>
                <a:ext cx="2472" cy="4897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1" name="TextBox 340">
                    <a:extLst>
                      <a:ext uri="{FF2B5EF4-FFF2-40B4-BE49-F238E27FC236}">
                        <a16:creationId xmlns:a16="http://schemas.microsoft.com/office/drawing/2014/main" id="{D2BC3DC3-18FB-E1B2-4014-14327B37B850}"/>
                      </a:ext>
                    </a:extLst>
                  </p:cNvPr>
                  <p:cNvSpPr txBox="1"/>
                  <p:nvPr/>
                </p:nvSpPr>
                <p:spPr>
                  <a:xfrm>
                    <a:off x="9703021" y="782827"/>
                    <a:ext cx="28065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1" name="TextBox 340">
                    <a:extLst>
                      <a:ext uri="{FF2B5EF4-FFF2-40B4-BE49-F238E27FC236}">
                        <a16:creationId xmlns:a16="http://schemas.microsoft.com/office/drawing/2014/main" id="{D2BC3DC3-18FB-E1B2-4014-14327B37B8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3021" y="782827"/>
                    <a:ext cx="280654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21739" r="-2174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DAEEECE3-EADE-4881-8F44-62C0CAFE57C5}"/>
                </a:ext>
              </a:extLst>
            </p:cNvPr>
            <p:cNvSpPr txBox="1"/>
            <p:nvPr/>
          </p:nvSpPr>
          <p:spPr>
            <a:xfrm>
              <a:off x="6780395" y="3997350"/>
              <a:ext cx="273151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 diagram representation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BEDDEE71-9D6A-7A0F-AF4B-FB92463B429C}"/>
                </a:ext>
              </a:extLst>
            </p:cNvPr>
            <p:cNvSpPr txBox="1"/>
            <p:nvPr/>
          </p:nvSpPr>
          <p:spPr>
            <a:xfrm>
              <a:off x="1919468" y="3997349"/>
              <a:ext cx="237885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Quarter car system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922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49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Krishnamoorthy Shankara Naraya</dc:creator>
  <cp:lastModifiedBy>Sriram Krishnamoorthy Shankara Naraya</cp:lastModifiedBy>
  <cp:revision>4</cp:revision>
  <dcterms:created xsi:type="dcterms:W3CDTF">2025-10-22T15:01:39Z</dcterms:created>
  <dcterms:modified xsi:type="dcterms:W3CDTF">2025-12-02T15:47:05Z</dcterms:modified>
</cp:coreProperties>
</file>